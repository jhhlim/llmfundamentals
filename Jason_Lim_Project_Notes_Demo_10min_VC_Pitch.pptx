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8D57"/>
                </a:solidFill>
                <a:latin typeface="Arial"/>
              </a:rPr>
              <a:t>PROJECT NOTES DEMO ·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Luxury listing brochures — from a Compass URL, in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8F2F3"/>
                </a:solidFill>
                <a:latin typeface="Arial"/>
              </a:rPr>
              <a:t>Pain: hours in Canva. Product: live HF Space (Compass RapidAPI → brochure → Edit → PDF). Builder: Jason Lim, Compass DRE #02444964.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78"/>
                </a:solidFill>
                <a:latin typeface="Arial"/>
              </a:rPr>
              <a:t>LIVE DEMO — HUGGING 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3"/>
                </a:solidFill>
                <a:latin typeface="Arial"/>
              </a:rPr>
              <a:t>Screen-share the Space. This is the pitch.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C6B7A"/>
                </a:solidFill>
                <a:latin typeface="Arial"/>
              </a:rPr>
              <a:t>Paste Compass URL → Generate (photos + facts) → scroll brochure + Google Map → Edit brochure → Print/PDF. Compass RapidAPI only (not Zillow/Redfin). Space: jasonnlim-listing-brochure-studio-jason-realty.static.hf.space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6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78"/>
                </a:solidFill>
                <a:latin typeface="Arial"/>
              </a:rPr>
              <a:t>WHY IT WINS · HOW TO EXPAND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B1F33"/>
                </a:solidFill>
                <a:latin typeface="Arial"/>
              </a:rPr>
              <a:t>Beachhead: brochure. Company: listing 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C6B7A"/>
                </a:solidFill>
                <a:latin typeface="Arial"/>
              </a:rPr>
              <a:t>Why: distribution at listing appointments, workflow wedge, licensed-agent trust, shipped HF Space. Expand: LangSmith to debug import gaps (missing photos/facts) and brochure quality; LLM copy polish; MLS/IDX + seller share links. Ask: design partners + advisors.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8D57"/>
                </a:solidFill>
                <a:latin typeface="Arial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Generate the next listing before the open house.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8F2F3"/>
                </a:solidFill>
                <a:latin typeface="Arial"/>
              </a:rPr>
              <a:t>Jason Lim · Compass · DRE #02444964 · jason.lim@compass.com · (510) 480-7191 · jasonlimrealty.com — Questions? Open the Hugging Face Space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