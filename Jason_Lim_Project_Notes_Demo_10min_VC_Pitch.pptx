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VC HOOK — TIME &amp; $$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Luxury listing marketing burns hours — and dollars — every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Today: 2–4 hrs in Word/Canva per brochure ≈ $150–$600 labor at $75–$150/hr.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After: paste Compass URL → branded template fills → edit gaps → PDF in minutes (10×+ compression).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Investor line: turn marketing labor into productized margin. Jason Lim · Compass · DRE #02444964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6F78"/>
                </a:solidFill>
                <a:latin typeface="Arial"/>
              </a:rPr>
              <a:t>LIVE DEMO — HUGGING 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Watch minutes replace hours. URL in → brochure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Paste URL → Scrape → Compose (+ Map) → Edit gaps only → Letter PDF.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Space: jasonnlim-listing-brochure-studio-jason-realty.static.hf.space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VC track: compress $150–$600 brochure labor into a workflow agents run before the open house.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5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6F78"/>
                </a:solidFill>
                <a:latin typeface="Arial"/>
              </a:rPr>
              <a:t>WHY VCS CARE · UNIT ECONOMICS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Save time now. Expand into a listing 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Why: $ pain is clear · listing-appointment distribution · licensed-agent trust · shipped HF Space.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Example: 8 listings/mo × 3 hrs × $100/hr ≈ $2,400/mo unlocked per agent (illustrative).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Expand: Observe (LangSmith debug imports) → Analyze (API vs brochure) → Generate (LLM polish) → Distribute (MLS, batch, seller links).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Ask: design partners + advisors · jason.lim@compass.com · (510) 480-7191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7772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B08D57"/>
                </a:solidFill>
                <a:latin typeface="Arial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Stop paying hours for every flyer. Input the URL. Edit the template. Keep the margin.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Jason Lim · Compass · DRE #02444964 · jasonlimrealty.com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Questions? Leave the HF Space open — show the minutes vs the hours.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