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[0:00–0:45] OPEN BIG.</a:t>
            </a:r>
          </a:p>
          <a:p>
            <a:r>
              <a:t>"Investors — imagine every luxury listing brochure that today takes an agent an afternoon…</a:t>
            </a:r>
          </a:p>
          <a:p>
            <a:r>
              <a:t>generated in under a minute, on-brand, print-ready, and editable."</a:t>
            </a:r>
          </a:p>
          <a:p>
            <a:r>
              <a:t>Point to HF Space URL. Energy high. Introduce yourself as Compass REALTOR +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[0:45–1:45] PROBLEM.</a:t>
            </a:r>
          </a:p>
          <a:p>
            <a:r>
              <a:t>"I live this pain as a Compass agent. Sellers expect magazine-quality marketing.</a:t>
            </a:r>
          </a:p>
          <a:p>
            <a:r>
              <a:t>Portals give data. Design tools give blank canvas. Nobody connects listing URL → branded brochure."</a:t>
            </a:r>
          </a:p>
          <a:p>
            <a:r>
              <a:t>Hit the three cards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[1:45–2:45] SOLUTION.</a:t>
            </a:r>
          </a:p>
          <a:p>
            <a:r>
              <a:t>"This is not another ChatGPT wrapper. It’s a workflow product: scrape → compose → edit → PDF.</a:t>
            </a:r>
          </a:p>
          <a:p>
            <a:r>
              <a:t>Brand: ink, teal, gold — Compass / jasonlimrealty.com."</a:t>
            </a:r>
          </a:p>
          <a:p>
            <a:r>
              <a:t>Tease: "Let me show you the live Space."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[2:45–5:30] DEMO (~2:45). THIS IS THE HEART.</a:t>
            </a:r>
          </a:p>
          <a:p>
            <a:r>
              <a:t>Screen-share HF Space.</a:t>
            </a:r>
          </a:p>
          <a:p>
            <a:r>
              <a:t>1) Load Willow Glen demo first if API quota is tight — still gorgeous.</a:t>
            </a:r>
          </a:p>
          <a:p>
            <a:r>
              <a:t>2) Or paste Compass URL with RapidAPI key.</a:t>
            </a:r>
          </a:p>
          <a:p>
            <a:r>
              <a:t>3) Show Edit brochure if example photos appear.</a:t>
            </a:r>
          </a:p>
          <a:p>
            <a:r>
              <a:t>4) Print dialog tip.</a:t>
            </a:r>
          </a:p>
          <a:p>
            <a:r>
              <a:t>Stay excited: "THIS is what sellers see. THIS is what agents ship in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[5:30–6:15] STACK — keep short.</a:t>
            </a:r>
          </a:p>
          <a:p>
            <a:r>
              <a:t>"Static HF Space so it runs on free tier. Compass-only RapidAPI by design — honest about Zillow/Redfin needing their own APIs.</a:t>
            </a:r>
          </a:p>
          <a:p>
            <a:r>
              <a:t>Next layer: LangSmith for trajectory traces."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[6:15–7:15] LANGSMITH — be excited.</a:t>
            </a:r>
          </a:p>
          <a:p>
            <a:r>
              <a:t>"This is how serious AI products ship. We don’t guess why a brochure looked wrong — we open the trajectory in LangSmith.</a:t>
            </a:r>
          </a:p>
          <a:p>
            <a:r>
              <a:t>Intake → scrape → extract → compose → human edit → export.</a:t>
            </a:r>
          </a:p>
          <a:p>
            <a:r>
              <a:t>When we add LLM polish and AI estimate narratives, every token is traced."</a:t>
            </a:r>
          </a:p>
          <a:p>
            <a:r>
              <a:t>If you have a LangSmith screenshot, flash it here. Else describe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[7:15–8:00] WHY WIN.</a:t>
            </a:r>
          </a:p>
          <a:p>
            <a:r>
              <a:t>"I’m not pitching AI for real estate from a dorm. I’m pitching from the listing appointment.</a:t>
            </a:r>
          </a:p>
          <a:p>
            <a:r>
              <a:t>That’s unfair distribution."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[8:00–8:50] EXPANSION — one focused slide as requested.</a:t>
            </a:r>
          </a:p>
          <a:p>
            <a:r>
              <a:t>Walk Near-term → Product → Scale.</a:t>
            </a:r>
          </a:p>
          <a:p>
            <a:r>
              <a:t>Emphasize LangSmith + LangGraph as the observability backbone for expansion.</a:t>
            </a:r>
          </a:p>
          <a:p>
            <a:r>
              <a:t>"Brochure is the beachhead. Listing OS is the company."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[8:50–9:20] PROOF.</a:t>
            </a:r>
          </a:p>
          <a:p>
            <a:r>
              <a:t>Click Space again if needed. Credibility &gt; vanity metrics for class + early VC.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[9:20–9:45] ASK — excited close.</a:t>
            </a:r>
          </a:p>
          <a:p>
            <a:r>
              <a:t>Tailor ask to audience (class vs VC). For class: feedback + next milestones.</a:t>
            </a:r>
          </a:p>
          <a:p>
            <a:r>
              <a:t>For VC: design partners + advisors + seed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[9:45–10:00] CLOSE + Q&amp;A buffer.</a:t>
            </a:r>
          </a:p>
          <a:p>
            <a:r>
              <a:t>Leave HF Space + LangSmith open. Invite one question about expansion or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08D57"/>
                </a:solidFill>
                <a:latin typeface="Calibri"/>
              </a:rPr>
              <a:t>PROJECT NOTES DEMO  · 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Luxury Listing Brochures,
Generated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8F2F3"/>
                </a:solidFill>
                <a:latin typeface="Calibri"/>
              </a:rPr>
              <a:t>An AI product for Silicon Valley sellers — live on Hugging Face,
instrumented with LangSmith, built by a Compass REALTOR® who lives the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B08D57"/>
                </a:solidFill>
                <a:latin typeface="Calibri"/>
              </a:rPr>
              <a:t>Jason Lim  ·  Compass  ·  jasonlimrealty.com  ·  Pitch to investors + class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F7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Georgia"/>
              </a:rPr>
              <a:t>Luxury marketing is stuck in Word docs and Canva chaos.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474720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B1F33"/>
                </a:solidFill>
                <a:latin typeface="Georgia"/>
              </a:rPr>
              <a:t>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Agents spend hours assembling photos, facts, and copy for every listing brochure.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945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3474720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B1F33"/>
                </a:solidFill>
                <a:latin typeface="Georgia"/>
              </a:rPr>
              <a:t>Inconsistent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9260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Brand voice drifts. One listing looks Sotheby’s… the next looks like a flyer.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474720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B1F33"/>
                </a:solidFill>
                <a:latin typeface="Georgia"/>
              </a:rPr>
              <a:t>Not productized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No URL → brochure pipeline. No observability. No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08D57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0B1F33"/>
                </a:solidFill>
                <a:latin typeface="Georgia"/>
              </a:rPr>
              <a:t>URL in. Luxury brochure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F6F78"/>
                </a:solidFill>
                <a:latin typeface="Calibri"/>
              </a:rPr>
              <a:t>Listing Brochure Studio — live Hugging Face Space for Jason Lim Realty.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B08D57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14600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Paste Compass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52928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RapidAPI scrapes photos + facts from compass.com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3016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B08D57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Compose brochure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04488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Editorial layout, stats, neighborhood map, lifestyle, agent CTA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8172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B08D57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17720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Edit &amp; Print/PDF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56048"/>
            <a:ext cx="8686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Swap photos, fill facts, export Letter PDF for sellers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08D57"/>
                </a:solidFill>
                <a:latin typeface="Calibri"/>
              </a:rPr>
              <a:t>LIVE DEMO  ·  HUGGING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Watch it happen on the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F2F3"/>
                </a:solidFill>
                <a:latin typeface="Calibri"/>
              </a:rPr>
              <a:t>https://jasonnlim-listing-brochure-studio-jason-realty.static.hf.space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Open the HF Space (hard-refresh) — paste a compass.com/homedetails/… URL + RapidAPI key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Hit Generate → scraped Compass photos + facts compose the magazine brochure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Scroll: Hero → Stats → Gallery → Google Map neighborhood → Features → Agent CTA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Edit brochure: reorder photos / upload MLS shots / fill missing baths &amp; sqft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Print / PDF → enable Background graphics → seller-ready Letter brochure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F7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Georgia"/>
              </a:rPr>
              <a:t>Built to ship. Built to observe.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F6F78"/>
                </a:solidFill>
                <a:latin typeface="Georgia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React + Vite + TypeScript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Tailwind + Framer Motion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Print CSS → Letter PDF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Editable photo &amp; facts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4747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F6F78"/>
                </a:solidFill>
                <a:latin typeface="Georgia"/>
              </a:rPr>
              <a:t>Data /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Compass RapidAPI (PullAPI)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Deep photo URL extraction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Google Maps embed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Example photo fallback + notices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F6F78"/>
                </a:solidFill>
                <a:latin typeface="Georgia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Hugging Face Space (static)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GitHub → iterate fast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Session-only API keys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B1F33"/>
                </a:solidFill>
                <a:latin typeface="Calibri"/>
              </a:rPr>
              <a:t>•  Jason Lim brand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08D57"/>
                </a:solidFill>
                <a:latin typeface="Calibri"/>
              </a:rPr>
              <a:t>OBSERVABILITY  ·  LANGSMITH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Georgia"/>
              </a:rPr>
              <a:t>Every brochure run = a trajectory you can debug.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5C6B7A"/>
                </a:solidFill>
                <a:latin typeface="Calibri"/>
              </a:rPr>
              <a:t>LangSmith traces the full agent path — not just the final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1783080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1 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URL + RapidAPI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468880"/>
            <a:ext cx="1783080" cy="9144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2  Scrape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Compass property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468880"/>
            <a:ext cx="1783080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3 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Photos · beds · baths ·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468880"/>
            <a:ext cx="1783080" cy="9144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4 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Brochure sections + LLM polish*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2468880"/>
            <a:ext cx="1783080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5  Human 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Photos / facts overrides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2468880"/>
            <a:ext cx="1783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20" y="2468880"/>
            <a:ext cx="1783080" cy="9144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697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6 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24612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Print / PDF +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06240"/>
            <a:ext cx="10698480" cy="173736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08D57"/>
                </a:solidFill>
                <a:latin typeface="Calibri"/>
              </a:rPr>
              <a:t>What LangSmith unlocks for VCs &amp; builders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Trace runs: latency, failed scrapes, empty photo arrays, LLM prompt/response pairs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Compare trajectories: demo vs live Compass URL — where quality drops, fix the step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Eval sets: brochure quality scores + regression when we expand to multi-agent copy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F78"/>
                </a:solidFill>
                <a:latin typeface="Calibri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Georgia"/>
              </a:rPr>
              <a:t>Real estate × AI — owned by someone in the deal.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589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Every listing is a demo. Every seller meeting is a funnel. jasonlimrealty.com is the brand.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Workflow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7589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Start at brochure → expand to CMA narrative, AI estimate, listing launch kits.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Trust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23360"/>
            <a:ext cx="7589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Licensed Compass agent (DRE #02444964) building for peers — not a generic SaaS from afar.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Platform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983480"/>
            <a:ext cx="7589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HF for demos + LangSmith for quality — investor-grade instrumentation from day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08D57"/>
                </a:solidFill>
                <a:latin typeface="Calibri"/>
              </a:rPr>
              <a:t>HOW TO EXPAND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Georgia"/>
              </a:rPr>
              <a:t>From brochure MVP → listing 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Near-term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LangChain/LangGraph agent with LangSmith traces on every run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LLM luxury copy polish (HF Inference) grounded in listing facts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MLS/IDX photo sync + multi-listing batch brochures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4747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474720" cy="9144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AI Estimate narrative module (jasonlimrealty.com/sell)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Seller portal: share brochure link + open-house one-pager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Team mode: brokerage brand kits &amp; approval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4747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474720" cy="91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Georgia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Official portal APIs / partnerships beyond Compass RapidAPI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Mobile capture → instant marketing pack for new listings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•  Marketplace of brochure templates for luxury niches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F6F78"/>
                </a:solidFill>
                <a:latin typeface="Calibri"/>
              </a:rPr>
              <a:t>WHAT’S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0B1F33"/>
                </a:solidFill>
                <a:latin typeface="Georgia"/>
              </a:rPr>
              <a:t>Shipped. Not slideware.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HF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121408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Public luxury brochure studio — Compass import, Google Maps, Edit brochure, Print/PDF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81528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Jason Lim · Compass · DRE #02444964 · jasonlimrealty.com visual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Honesty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041648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Compass RapidAPI only (documented). Example photos if scrape returns 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08D57"/>
                </a:solidFill>
                <a:latin typeface="Georgia"/>
              </a:rPr>
              <a:t>Next instrument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001768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B1F33"/>
                </a:solidFill>
                <a:latin typeface="Calibri"/>
              </a:rPr>
              <a:t>LangSmith trajectory traces on compose / LLM polish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08D57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Help us turn every listing into a brand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Design partners: Silicon Valley agents &amp; teams to pilot brochure → seller packs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Technical: LangSmith workspace + eval budget for trajectory quality loops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Capital / advisors: real-estate-tech operators who’ve scaled agent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8F2F3"/>
                </a:solidFill>
                <a:latin typeface="Calibri"/>
              </a:rPr>
              <a:t>We’re not asking permission to automate mediocre flyers.
We’re building the luxury listing brochure layer — and tracing every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Let’s generate the next listing
before the open house.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B08D57"/>
                </a:solidFill>
                <a:latin typeface="Calibri"/>
              </a:rPr>
              <a:t>Jason Lim  ·  Compass REALTOR®  ·  DRE #02444964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F2F3"/>
                </a:solidFill>
                <a:latin typeface="Calibri"/>
              </a:rPr>
              <a:t>jason.lim@compass.com  ·  (510) 480-7191  ·  jasonlimrealty.com
HF Space: jasonnlim/listing-brochure-studio-jason-realty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6F78"/>
                </a:solidFill>
                <a:latin typeface="Calibri"/>
              </a:rPr>
              <a:t>Questions? Let’s open LangSmith and walk a trajectory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5"/>
                </a:solidFill>
                <a:latin typeface="Calibri"/>
              </a:rPr>
              <a:t>Jason Lim  ·  Listing Brochure Studio  ·  Compass DRE #02444964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5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