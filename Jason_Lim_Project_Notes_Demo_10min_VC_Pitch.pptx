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VC HOOK — TIME &amp; $$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Luxury listing marketing burns hours — and dollars — every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Today: 2–4 hrs in Word/Canva per brochure ≈ $150–$600 labor at $75–$150/hr.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After: paste Compass URL → branded template fills → edit gaps → PDF in minutes (10×+ compression).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Turn marketing labor into productized margin. Jason Lim · Compass · DRE #02444964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6F78"/>
                </a:solidFill>
                <a:latin typeface="Arial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200" b="1">
                <a:solidFill>
                  <a:srgbClr val="0B1F33"/>
                </a:solidFill>
                <a:latin typeface="Arial"/>
              </a:rPr>
              <a:t>Compass URL in. Luxury brochure out — in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Paste URL → ingest photos/facts → compose luxury layout + map → refine edits → Letter PDF.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Agents and sellers get: minutes instead of hours, on-brand presentation, editable photos/facts, Print/PDF.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Live: jasonnlim-listing-brochure-studio-jason-realty.static.hf.space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6F78"/>
                </a:solidFill>
                <a:latin typeface="Arial"/>
              </a:rPr>
              <a:t>WHY IT’S INVESTABLE · ECONOMICS ·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200" b="1">
                <a:solidFill>
                  <a:srgbClr val="0B1F33"/>
                </a:solidFill>
                <a:latin typeface="Arial"/>
              </a:rPr>
              <a:t>Save time now. Expand into a listing 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Why: clear $ pain · listing-appointment distribution · licensed-agent trust · shipped HF Space.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Example: 8 listings/mo × 3 hrs × $100/hr ≈ $2,400/mo unlocked per agent (illustrative).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Expand: Observe (LangSmith debug imports) → Analyze → Generate (LLM polish) → Distribute (MLS, batch, seller links).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Ask: design partners + advisors · jason.lim@compass.com · (510) 480-7191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Stop paying hours for every flyer. Input the URL. Edit the template. Keep the margin.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Jason Lim · Compass · DRE #02444964 · jasonlimrealty.com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Let’s generate the next listing before the open house.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