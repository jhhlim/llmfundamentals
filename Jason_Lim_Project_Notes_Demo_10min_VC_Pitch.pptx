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VC HOOK — TIME &amp; $$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Luxury listing marketing burns hours — and dollars — every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Today: 2–4 hrs in Word/Canva ≈ $150–$600 labor per listing.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After: paste listing URL → branded template → edit gaps → PDF in minutes.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Sellable to brokerages, proptech, and agent networks — productize marketing labor.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6F78"/>
                </a:solidFill>
                <a:latin typeface="Arial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200" b="1">
                <a:solidFill>
                  <a:srgbClr val="0B1F33"/>
                </a:solidFill>
                <a:latin typeface="Arial"/>
              </a:rPr>
              <a:t>Listing URL in. Luxury brochure out — in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Paste URL → ingest photos/facts → compose layout + map → refine → Letter PDF.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Brokerages and agents get: speed, brand consistency, editable photos/facts, Print/PDF.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Built for real-estate company tech/marketing teams and realtor workflows.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6F78"/>
                </a:solidFill>
                <a:latin typeface="Arial"/>
              </a:rPr>
              <a:t>BUYERS · ECONOMICS ·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200" b="1">
                <a:solidFill>
                  <a:srgbClr val="0B1F33"/>
                </a:solidFill>
                <a:latin typeface="Arial"/>
              </a:rPr>
              <a:t>Who buys this — and how we expand the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Buyers: brokerage tech &amp; marketing · proptech platforms · independent realtors · white-label brand kits.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Economics: minutes vs hours; ~$2,400/mo unlocked per agent at 8 listings × 3 hrs × $100/hr (illustrative).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Expand: Observe (trace import gaps) → Analyze (completeness) → Generate (LLM polish) → Distribute (MLS, batch, seller links, white-label).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Ask: design partners · pilot teams inside real-estate companies · advisors.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Stop paying hours for every flyer. Input the URL. Edit the template. Keep the margin.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A brochure engine for brokerages, proptech, and realtors.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Let’s generate the next listing before the open house.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