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HOOK — BEFORE vs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From Canva chaos → Compass URL → luxury brochure.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320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BEFORE (Word/Canva): hunt photos, paste facts, fight templates, rebuild every listing for hours.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AFTER (HF Space): paste Compass URL → auto-fill branded template with photos/facts → Edit brochure → Print/PDF.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Stop designing from a blank page — input a URL, then edit. Jason Lim · Compass · DRE #02444964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78"/>
                </a:solidFill>
                <a:latin typeface="Arial"/>
              </a:rPr>
              <a:t>LIVE DEMO — HUGGING 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1F33"/>
                </a:solidFill>
                <a:latin typeface="Arial"/>
              </a:rPr>
              <a:t>Screen-share: URL in → brochure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C6B7A"/>
                </a:solidFill>
                <a:latin typeface="Arial"/>
              </a:rPr>
              <a:t>Flow: Paste URL → Scrape (RapidAPI) → Compose magazine layout + Google Map → Edit photos/facts → Letter PDF.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C6B7A"/>
                </a:solidFill>
                <a:latin typeface="Arial"/>
              </a:rPr>
              <a:t>Space: jasonnlim-listing-brochure-studio-jason-realty.static.hf.space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C6B7A"/>
                </a:solidFill>
                <a:latin typeface="Arial"/>
              </a:rPr>
              <a:t>Talk track: scrape → branded template → human edit → seller-ready PDF. Compass RapidAPI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F6F78"/>
                </a:solidFill>
                <a:latin typeface="Arial"/>
              </a:rPr>
              <a:t>WHY + EXPAND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1F33"/>
                </a:solidFill>
                <a:latin typeface="Arial"/>
              </a:rPr>
              <a:t>Beachhead: brochure. Roadmap: listing 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C6B7A"/>
                </a:solidFill>
                <a:latin typeface="Arial"/>
              </a:rPr>
              <a:t>Why: listing-appointment distribution · workflow wedge · licensed-agent trust · shipped HF Space.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C6B7A"/>
                </a:solidFill>
                <a:latin typeface="Arial"/>
              </a:rPr>
              <a:t>Expand: Observe (LangSmith debug missing photos/facts) → Analyze (API vs brochure gaps) → Generate (LLM copy polish) → Distribute (MLS/IDX, batch, seller links).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C6B7A"/>
                </a:solidFill>
                <a:latin typeface="Arial"/>
              </a:rPr>
              <a:t>Pipeline: URL → scrape → normalize → compose template → human edit → PDF/share.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C6B7A"/>
                </a:solidFill>
                <a:latin typeface="Arial"/>
              </a:rPr>
              <a:t>Ask: design partners + advisors · jason.lim@compass.com · (510) 480-7191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8229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Stop rebuilding every flyer. Input the URL. Edit the template.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320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Generate the next listing before the open house.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Jason Lim · Compass REALTOR · DRE #02444964 · jasonlimrealty.com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Questions? Leave the Hugging Face Space open.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