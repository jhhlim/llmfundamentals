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08D57"/>
                </a:solidFill>
                <a:latin typeface="Arial"/>
              </a:rPr>
              <a:t>PROJECT NOTES DEMO | 10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Luxury Listing Brochures, Generated in Seconds.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F2F3"/>
                </a:solidFill>
                <a:latin typeface="Arial"/>
              </a:rPr>
              <a:t>AI product for Silicon Valley sellers — live on Hugging Face, LangSmith-ready, built by Compass REALTOR Jason Lim.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78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Arial"/>
              </a:rPr>
              <a:t>Luxury marketing is stuck in Word docs and Canva chaos.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6B7A"/>
                </a:solidFill>
                <a:latin typeface="Arial"/>
              </a:rPr>
              <a:t>Slow assembly. Inconsistent brand. No URL-to-brochure product. No observability.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78"/>
                </a:solidFill>
                <a:latin typeface="Arial"/>
              </a:rPr>
              <a:t>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Arial"/>
              </a:rPr>
              <a:t>URL in. Luxury brochure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6B7A"/>
                </a:solidFill>
                <a:latin typeface="Arial"/>
              </a:rPr>
              <a:t>1) Paste Compass URL  2) Compose brochure  3) Edit photos/facts  4) Print/PDF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08D57"/>
                </a:solidFill>
                <a:latin typeface="Arial"/>
              </a:rPr>
              <a:t>LIVE DEMO | HUGGING 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Watch it on the Space.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F2F3"/>
                </a:solidFill>
                <a:latin typeface="Arial"/>
              </a:rPr>
              <a:t>https://jasonnlim-listing-brochure-studio-jason-realty.static.hf.space — Generate, scroll, Edit brochure, Print/PDF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78"/>
                </a:solidFill>
                <a:latin typeface="Arial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Arial"/>
              </a:rPr>
              <a:t>Built to ship. Built to observe.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6B7A"/>
                </a:solidFill>
                <a:latin typeface="Arial"/>
              </a:rPr>
              <a:t>React/Vite · Compass RapidAPI · Google Maps · Hugging Face static Space · Jason Lim brand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78"/>
                </a:solidFill>
                <a:latin typeface="Arial"/>
              </a:rPr>
              <a:t>LANGSMITH TRAJECTORY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Arial"/>
              </a:rPr>
              <a:t>Every brochure run is a trajectory you can debug.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6B7A"/>
                </a:solidFill>
                <a:latin typeface="Arial"/>
              </a:rPr>
              <a:t>Intake → Scrape → Extract → Compose → Human edit → Export. Trace failures, compare runs, build evals.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78"/>
                </a:solidFill>
                <a:latin typeface="Arial"/>
              </a:rPr>
              <a:t>WHY THIS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Arial"/>
              </a:rPr>
              <a:t>Real estate x AI — owned by someone in the deal.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6B7A"/>
                </a:solidFill>
                <a:latin typeface="Arial"/>
              </a:rPr>
              <a:t>Distribution at listing appointments. Workflow wedge. Licensed agent trust. HF + LangSmith instrumentation.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78"/>
                </a:solidFill>
                <a:latin typeface="Arial"/>
              </a:rPr>
              <a:t>HOW TO EXPAND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Arial"/>
              </a:rPr>
              <a:t>From brochure MVP to listing 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6B7A"/>
                </a:solidFill>
                <a:latin typeface="Arial"/>
              </a:rPr>
              <a:t>Near-term: LangGraph + LangSmith + LLM polish. Product: AI Estimate + seller portal. Scale: APIs + mobile packs.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78"/>
                </a:solidFill>
                <a:latin typeface="Arial"/>
              </a:rPr>
              <a:t>WHAT IS LIVE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Arial"/>
              </a:rPr>
              <a:t>Shipped. Not slideware.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6B7A"/>
                </a:solidFill>
                <a:latin typeface="Arial"/>
              </a:rPr>
              <a:t>HF Space live. Compass-only RapidAPI (honest). Example photos fallback. Next: LangSmith traces.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08D57"/>
                </a:solidFill>
                <a:latin typeface="Arial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Help us turn every listing into a brand moment.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F2F3"/>
                </a:solidFill>
                <a:latin typeface="Arial"/>
              </a:rPr>
              <a:t>Design partners · LangSmith eval budget · Advisors who scaled agent tooling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08D57"/>
                </a:solidFill>
                <a:latin typeface="Arial"/>
              </a:rPr>
              <a:t>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Let's generate the next listing before the open house.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F2F3"/>
                </a:solidFill>
                <a:latin typeface="Arial"/>
              </a:rPr>
              <a:t>Jason Lim · Compass · DRE #02444964 · jason.lim@compass.com · (510) 480-7191 · jasonlimrealty.com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