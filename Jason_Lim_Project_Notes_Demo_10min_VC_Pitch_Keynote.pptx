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[0:00-0:45] OPEN BIG. Brochures in under a minute. Point to HF Space. High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[0:45-1:45] PROBLEM. You live this pain as a Compass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[1:45-2:45] SOLUTION. Scrape, compose, edit, PDF. Tease live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[2:45-5:30] DEMO. Screen-share HF Space. Use demo if API quota is tight.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[5:30-6:15] STACK. Compass-only RapidAPI by design. Next: LangSmith.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[6:15-7:15] LANGSMITH. Trace Intake to Export. Serious AI products ship with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[7:15-8:00] WHY WIN. Unfair distribution from listing appointments.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[8:00-8:50] EXPANSION. Brochure is the beachhead. Listing OS is the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[8:50-9:20] PROOF. Click Space again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[9:20-9:45] ASK. Tailor to class vs VC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[9:45-10:00] CLOSE +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08D57"/>
                </a:solidFill>
                <a:latin typeface="Arial"/>
              </a:rPr>
              <a:t>PROJECT NOTES DEMO  |  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Luxury Listing Brochures,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Generated in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2F3"/>
                </a:solidFill>
                <a:latin typeface="Arial"/>
              </a:rPr>
              <a:t>An AI product for Silicon Valley sellers — live on Hugging Face,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2F3"/>
                </a:solidFill>
                <a:latin typeface="Arial"/>
              </a:rPr>
              <a:t>instrumented with LangSmith, built by a Compass REALTOR who lives the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08D57"/>
                </a:solidFill>
                <a:latin typeface="Arial"/>
              </a:rPr>
              <a:t>Jason Lim  |  Compass  |  jasonlimrealty.com  |  Pitch to investors + class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6F78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1F33"/>
                </a:solidFill>
                <a:latin typeface="Arial"/>
              </a:rPr>
              <a:t>Luxury marketing is stuck in Word docs and Canva chaos.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47472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474720" cy="914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Slow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Agents spend hours assembling photos, facts, and copy for every listing brochure.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103120"/>
            <a:ext cx="347472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103120"/>
            <a:ext cx="3474720" cy="914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Inconsistent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10896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Brand voice drifts. One listing looks premium. The next looks like a flyer.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03120"/>
            <a:ext cx="347472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2103120"/>
            <a:ext cx="3474720" cy="914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468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1F33"/>
                </a:solidFill>
                <a:latin typeface="Arial"/>
              </a:rPr>
              <a:t>Not productized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08960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B7A"/>
                </a:solidFill>
                <a:latin typeface="Arial"/>
              </a:rPr>
              <a:t>No URL to brochure pipeline. No observability. No scale.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3"/>
                </a:solidFill>
                <a:latin typeface="Arial"/>
              </a:rPr>
              <a:t>URL in. Luxury brochure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6F78"/>
                </a:solidFill>
                <a:latin typeface="Arial"/>
              </a:rPr>
              <a:t>Listing Brochure Studio — live Hugging Face Space for Jason Lim Realty.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698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08D57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317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1F33"/>
                </a:solidFill>
                <a:latin typeface="Arial"/>
              </a:rPr>
              <a:t>Paste Compass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974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RapidAPI scrapes photos + facts from compass.com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39"/>
            <a:ext cx="10698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520439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08D57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2899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1F33"/>
                </a:solidFill>
                <a:latin typeface="Arial"/>
              </a:rPr>
              <a:t>Compose brochure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794759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Editorial layout, stats, neighborhood map, lifestyle, agent CTA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1069848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6177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08D57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262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1F33"/>
                </a:solidFill>
                <a:latin typeface="Arial"/>
              </a:rPr>
              <a:t>Edit and Print/PDF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8920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B7A"/>
                </a:solidFill>
                <a:latin typeface="Arial"/>
              </a:rPr>
              <a:t>Swap photos, fill facts, export Letter PDF for sellers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LIVE DEMO  |  HUGGING 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Watch it happen on the Space.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https://jasonnlim-listing-brochure-studio-jason-realty.static.hf.space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Arial"/>
              </a:rPr>
              <a:t>•  Open the HF Space (hard-refresh) — paste a compass.com/homedetails/ URL + RapidAPI key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Arial"/>
              </a:rPr>
              <a:t>•  Hit Generate — scraped Compass photos + facts compose the magazine brochure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Arial"/>
              </a:rPr>
              <a:t>•  Scroll: Hero, Stats, Gallery, Google Map neighborhood, Features, Agent CTA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Arial"/>
              </a:rPr>
              <a:t>•  Edit brochure: reorder photos / upload MLS shots / fill missing baths and sqft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Arial"/>
              </a:rPr>
              <a:t>•  Print / PDF — enable Background graphics — seller-ready Letter brochure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6F78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1F33"/>
                </a:solidFill>
                <a:latin typeface="Arial"/>
              </a:rPr>
              <a:t>Built to ship. Built to observe.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78"/>
                </a:solidFill>
                <a:latin typeface="Arial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React + Vite + TypeScript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Tailwind + Framer Motion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Print CSS to Letter PDF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Editable photo and facts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828800"/>
            <a:ext cx="347472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0574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78"/>
                </a:solidFill>
                <a:latin typeface="Arial"/>
              </a:rPr>
              <a:t>Data /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5176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Compass RapidAPI (PullAPI)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Deep photo URL extraction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Google Maps embed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Example photo fallback + notices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47472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574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78"/>
                </a:solidFill>
                <a:latin typeface="Arial"/>
              </a:rP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5176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Hugging Face Space (static)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GitHub iterate fast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Session-only API keys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0B1F33"/>
                </a:solidFill>
                <a:latin typeface="Arial"/>
              </a:rPr>
              <a:t>•  Jason Lim brand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OBSERVABILITY  |  LANGSMITH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B1F33"/>
                </a:solidFill>
                <a:latin typeface="Arial"/>
              </a:rPr>
              <a:t>Every brochure run = a trajectory you can debug.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7A"/>
                </a:solidFill>
                <a:latin typeface="Arial"/>
              </a:rPr>
              <a:t>LangSmith traces the full agent path — not just the final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17830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94560"/>
            <a:ext cx="1783080" cy="73152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2316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1F33"/>
                </a:solidFill>
                <a:latin typeface="Arial"/>
              </a:rPr>
              <a:t>1 Intake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URL + RapidAPI 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2194560"/>
            <a:ext cx="17830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2194560"/>
            <a:ext cx="1783080" cy="731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242316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1F33"/>
                </a:solidFill>
                <a:latin typeface="Arial"/>
              </a:rPr>
              <a:t>2 Scrape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97180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Compass property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194560"/>
            <a:ext cx="17830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194560"/>
            <a:ext cx="1783080" cy="73152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42316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1F33"/>
                </a:solidFill>
                <a:latin typeface="Arial"/>
              </a:rPr>
              <a:t>3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97180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Photos, beds, baths, copy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194560"/>
            <a:ext cx="17830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194560"/>
            <a:ext cx="1783080" cy="731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242316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1F33"/>
                </a:solidFill>
                <a:latin typeface="Arial"/>
              </a:rPr>
              <a:t>4 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97180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Brochure + LLM polish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2194560"/>
            <a:ext cx="17830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80" y="2194560"/>
            <a:ext cx="1783080" cy="73152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242316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1F33"/>
                </a:solidFill>
                <a:latin typeface="Arial"/>
              </a:rPr>
              <a:t>5 Human edit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97180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Photos / facts overrides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4120" y="2194560"/>
            <a:ext cx="17830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04120" y="2194560"/>
            <a:ext cx="1783080" cy="731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5560" y="2423160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1F33"/>
                </a:solidFill>
                <a:latin typeface="Arial"/>
              </a:rPr>
              <a:t>6 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97180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Print / PDF + feedback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023360"/>
            <a:ext cx="10698480" cy="1920240"/>
          </a:xfrm>
          <a:prstGeom prst="round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08D57"/>
                </a:solidFill>
                <a:latin typeface="Arial"/>
              </a:rPr>
              <a:t>What LangSmith unlocks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6634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Trace runs: latency, failed scrapes, empty photo arrays, LLM prompt/response pairs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Compare trajectories: demo vs live Compass URL — fix the step where quality drops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FFFFFF"/>
                </a:solidFill>
                <a:latin typeface="Arial"/>
              </a:rPr>
              <a:t>•  Eval sets: brochure quality scores + regression when we expand to multi-agent copy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6F78"/>
                </a:solidFill>
                <a:latin typeface="Arial"/>
              </a:rPr>
              <a:t>WHY THIS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B1F33"/>
                </a:solidFill>
                <a:latin typeface="Arial"/>
              </a:rPr>
              <a:t>Real estate x AI — owned by someone in the deal.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029968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Every listing is a demo. Every seller meeting is a funnel. jasonlimrealty.com is the brand.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175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Workflow wedge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35808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Start at brochure, expand to CMA narrative, AI estimate, listing launch kits.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Trust moat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041648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Licensed Compass agent (DRE #02444964) building for peers — not generic SaaS from afar.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Platform 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047488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HF for demos + LangSmith for quality — investor-grade instrumentation from day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HOW TO EXPAND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1F33"/>
                </a:solidFill>
                <a:latin typeface="Arial"/>
              </a:rPr>
              <a:t>From brochure MVP to listing 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474720" cy="73152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1F33"/>
                </a:solidFill>
                <a:latin typeface="Arial"/>
              </a:rPr>
              <a:t>Near-term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LangChain/LangGraph agent with LangSmith traces on every run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LLM luxury copy polish (HF Inference) grounded in listing facts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MLS/IDX photo sync + multi-listing batch brochures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47472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3474720" cy="731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0574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1F33"/>
                </a:solidFill>
                <a:latin typeface="Arial"/>
              </a:rPr>
              <a:t>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5176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AI Estimate narrative module (jasonlimrealty.com/sell)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Seller portal: share brochure link + open-house one-pager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Team mode: brokerage brand kits and approval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828800"/>
            <a:ext cx="347472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828800"/>
            <a:ext cx="3474720" cy="73152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0574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1F33"/>
                </a:solidFill>
                <a:latin typeface="Arial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5176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Official portal APIs / partnerships beyond Compass RapidAPI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Mobile capture to instant marketing pack for new listings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5C6B7A"/>
                </a:solidFill>
                <a:latin typeface="Arial"/>
              </a:rPr>
              <a:t>•  Marketplace of brochure templates for luxury niches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6F78"/>
                </a:solidFill>
                <a:latin typeface="Arial"/>
              </a:rPr>
              <a:t>WHAT IS LIVE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3"/>
                </a:solidFill>
                <a:latin typeface="Arial"/>
              </a:rPr>
              <a:t>Shipped. Not slideware.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HF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02996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Public luxury brochure studio — Compass import, Google Maps, Edit brochure, Print/PDF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17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303580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Jason Lim | Compass | DRE #02444964 | jasonlimrealty.com visual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Honesty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04164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Compass RapidAPI only (documented). Example photos if scrape returns empty.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106984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08D57"/>
                </a:solidFill>
                <a:latin typeface="Arial"/>
              </a:rPr>
              <a:t>Next instrument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504748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B1F33"/>
                </a:solidFill>
                <a:latin typeface="Arial"/>
              </a:rPr>
              <a:t>LangSmith trajectory traces on compose / LLM polish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C6B7A"/>
                </a:solidFill>
                <a:latin typeface="Arial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08D57"/>
                </a:solidFill>
                <a:latin typeface="Arial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Help us turn every listing into a brand moment.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FFFFFF"/>
                </a:solidFill>
                <a:latin typeface="Arial"/>
              </a:rPr>
              <a:t>•  Design partners: Silicon Valley agents and teams to pilot brochure to seller packs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FFFFFF"/>
                </a:solidFill>
                <a:latin typeface="Arial"/>
              </a:rPr>
              <a:t>•  Technical: LangSmith workspace + eval budget for trajectory quality loops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FFFFFF"/>
                </a:solidFill>
                <a:latin typeface="Arial"/>
              </a:rPr>
              <a:t>•  Capital / advisors: real-estate-tech operators who have scaled agent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8F2F3"/>
                </a:solidFill>
                <a:latin typeface="Arial"/>
              </a:rPr>
              <a:t>We are not asking permission to automate mediocre flyers.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8F2F3"/>
                </a:solidFill>
                <a:latin typeface="Arial"/>
              </a:rPr>
              <a:t>We are building the luxury listing brochure layer — and tracing every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Let's generate the next listing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before the open house.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B08D57"/>
                </a:solidFill>
                <a:latin typeface="Arial"/>
              </a:rPr>
              <a:t>Jason Lim  |  Compass REALTOR  |  DRE #02444964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jason.lim@compass.com  |  (510) 480-7191  |  jasonlimrealty.com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F2F3"/>
                </a:solidFill>
                <a:latin typeface="Arial"/>
              </a:rPr>
              <a:t>HF Space: jasonnlim/listing-brochure-studio-jason-realty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6F78"/>
                </a:solidFill>
                <a:latin typeface="Arial"/>
              </a:rPr>
              <a:t>Questions? Let's open LangSmith and walk a trajectory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Jason Lim  |  Listing Brochure Studio  |  Compass DRE #02444964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AA8B5"/>
                </a:solidFill>
                <a:latin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